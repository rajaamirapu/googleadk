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19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50392"/>
          </a:xfrm>
          <a:prstGeom prst="rect">
            <a:avLst/>
          </a:prstGeom>
          <a:solidFill>
            <a:srgbClr val="1A3080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91540"/>
          </a:solidFill>
          <a:ln w="12700">
            <a:solidFill>
              <a:srgbClr val="091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8132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999232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Floor Connect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Hyderabad!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7th Floor, Sapphire Meeting Room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4930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Monday, 13 April 2026   •   🕑  2:00 PM 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136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to attend in person for an engaging &amp; fun session!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1,000 Attendees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power-packed segments — all in one interactive session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Interactive Floor Connect • Hyderabad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114800" cy="1508760"/>
          </a:xfrm>
          <a:prstGeom prst="rect">
            <a:avLst/>
          </a:prstGeom>
          <a:solidFill>
            <a:srgbClr val="1A3080"/>
          </a:solidFill>
          <a:ln w="12700">
            <a:solidFill>
              <a:srgbClr val="1A3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344168"/>
            <a:ext cx="475488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13258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Council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" y="189280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are, our vision &amp; why we exist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114800" cy="15087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1344168"/>
            <a:ext cx="475488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13248" y="13258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Quasar Platform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82896" y="189280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 platform powering BFS intelligence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508760"/>
          </a:xfrm>
          <a:prstGeom prst="rect">
            <a:avLst/>
          </a:prstGeom>
          <a:solidFill>
            <a:srgbClr val="D4A500"/>
          </a:solidFill>
          <a:ln w="12700">
            <a:solidFill>
              <a:srgbClr val="D4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035808"/>
            <a:ext cx="475488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" y="301752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 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" y="358444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quiz 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411480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3035808"/>
            <a:ext cx="475488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13248" y="301752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&amp; Open Use Case Discussion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82896" y="358444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voice, your ideas — let's co-create!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BFS AI Council?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AI innovation across Banking &amp; Financial Services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Interactive Floor Connect • Hyderabad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1280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2004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188720"/>
            <a:ext cx="3017520" cy="1234440"/>
          </a:xfrm>
          <a:prstGeom prst="rect">
            <a:avLst/>
          </a:prstGeom>
          <a:solidFill>
            <a:srgbClr val="1E3490"/>
          </a:solidFill>
          <a:ln w="12700">
            <a:solidFill>
              <a:srgbClr val="305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188720"/>
            <a:ext cx="64008" cy="1234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1645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catalyst for AI-first transformation in BFS — secure, scalable &amp; human-centred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2606040"/>
            <a:ext cx="3017520" cy="1234440"/>
          </a:xfrm>
          <a:prstGeom prst="rect">
            <a:avLst/>
          </a:prstGeom>
          <a:solidFill>
            <a:srgbClr val="1E3490"/>
          </a:solidFill>
          <a:ln w="12700">
            <a:solidFill>
              <a:srgbClr val="305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606040"/>
            <a:ext cx="64008" cy="1234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97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prototype &amp; scale AI use cases that create real business value across all BFS verticals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1188720"/>
            <a:ext cx="3017520" cy="1234440"/>
          </a:xfrm>
          <a:prstGeom prst="rect">
            <a:avLst/>
          </a:prstGeom>
          <a:solidFill>
            <a:srgbClr val="1E3490"/>
          </a:solidFill>
          <a:ln w="12700">
            <a:solidFill>
              <a:srgbClr val="305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188720"/>
            <a:ext cx="64008" cy="1234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645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• Innovation • Enablement • Education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2606040"/>
            <a:ext cx="3017520" cy="1234440"/>
          </a:xfrm>
          <a:prstGeom prst="rect">
            <a:avLst/>
          </a:prstGeom>
          <a:solidFill>
            <a:srgbClr val="1E3490"/>
          </a:solidFill>
          <a:ln w="12700">
            <a:solidFill>
              <a:srgbClr val="305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606040"/>
            <a:ext cx="64008" cy="1234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697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063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leaders, engineers, data scientists &amp; business champions across the organisation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407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we are shaping the future of intelligent finance.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Introducing: Quasar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Interactive Floor Connect • Hyderabad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143000"/>
            <a:ext cx="329184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1430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QUASAR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Quasar platform on your local 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82880" y="2542032"/>
            <a:ext cx="2834640" cy="2212848"/>
          </a:xfrm>
          <a:prstGeom prst="rect">
            <a:avLst/>
          </a:prstGeom>
          <a:solidFill>
            <a:srgbClr val="1E4D8C"/>
          </a:solidFill>
          <a:ln w="12700">
            <a:solidFill>
              <a:srgbClr val="2B5C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542032"/>
            <a:ext cx="283464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151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How to setup Quasar platform</a:t>
            </a:r>
          </a:p>
        </p:txBody>
      </p:sp>
      <p:sp>
        <p:nvSpPr>
          <p:cNvPr id="14" name="Text 12"/>
          <p:cNvSpPr/>
          <p:nvPr/>
        </p:nvSpPr>
        <p:spPr>
          <a:xfrm>
            <a:off x="320040" y="3108960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quasar platform you can see a lit of models you can choose from I have chosen Clade Sonnet for example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27248" y="2542032"/>
            <a:ext cx="2834640" cy="2212848"/>
          </a:xfrm>
          <a:prstGeom prst="rect">
            <a:avLst/>
          </a:prstGeom>
          <a:solidFill>
            <a:srgbClr val="1E4D8C"/>
          </a:solidFill>
          <a:ln w="12700">
            <a:solidFill>
              <a:srgbClr val="2B5C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27248" y="2542032"/>
            <a:ext cx="283464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990791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 Rag engine in the platform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rag platform from your local 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64408" y="3108960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71616" y="2542032"/>
            <a:ext cx="2834640" cy="2212848"/>
          </a:xfrm>
          <a:prstGeom prst="rect">
            <a:avLst/>
          </a:prstGeom>
          <a:solidFill>
            <a:srgbClr val="1E4D8C"/>
          </a:solidFill>
          <a:ln w="12700">
            <a:solidFill>
              <a:srgbClr val="2B5C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2542032"/>
            <a:ext cx="2834640" cy="54864"/>
          </a:xfrm>
          <a:prstGeom prst="rect">
            <a:avLst/>
          </a:prstGeom>
          <a:solidFill>
            <a:srgbClr val="00C9C8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26151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776" y="3108960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60CD5-6D91-C80E-C27D-3CC488411F82}"/>
              </a:ext>
            </a:extLst>
          </p:cNvPr>
          <p:cNvSpPr txBox="1"/>
          <p:nvPr/>
        </p:nvSpPr>
        <p:spPr>
          <a:xfrm>
            <a:off x="6208776" y="3210247"/>
            <a:ext cx="256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Setting up google ADK Integrate with Quasar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Insurance planner 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Interactive Floor Connect • Hyderabad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64592"/>
            <a:ext cx="310896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0" y="1645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  LIVE AUDIENCE POLL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currently using AI in your daily work?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or shout out your answer! 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" y="1965960"/>
            <a:ext cx="416052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965960"/>
            <a:ext cx="566928" cy="10515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96596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96112" y="1965960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using AI yet — curious to learn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965960"/>
            <a:ext cx="4160520" cy="10515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965960"/>
            <a:ext cx="566928" cy="10515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6596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03520" y="1965960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general AI tools (ChatGPT, Copilot, etc.)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6032" y="3136392"/>
            <a:ext cx="4160520" cy="10515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136392"/>
            <a:ext cx="566928" cy="10515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136392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6112" y="3136392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in specific work tasks regularly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3136392"/>
            <a:ext cx="4160520" cy="10515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36392"/>
            <a:ext cx="566928" cy="10515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136392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303520" y="3136392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/ managing AI solutions at work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Interactive Floor Connect • Hyderabad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E2E"/>
          </a:solidFill>
          <a:ln w="12700">
            <a:solidFill>
              <a:srgbClr val="050E2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4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190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QUIZ TIME!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AI &amp; Quasar knowledge!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828800" y="33101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Be the fastest to answer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828800" y="3749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scorers win prizes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28800" y="4187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No phones needed — just shout your answer!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E2E"/>
          </a:solidFill>
          <a:ln w="12700">
            <a:solidFill>
              <a:srgbClr val="050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Interactive Floor Connect • Hyderabad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Quiz Round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31E5C"/>
          </a:solidFill>
          <a:ln w="12700">
            <a:solidFill>
              <a:srgbClr val="131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•  QUESTION 1 OF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RAG stand for in the context of LLMs like Quasar?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664208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664208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64208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77824" y="1664208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Alignment Generation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63440" y="1664208"/>
            <a:ext cx="4160520" cy="1115568"/>
          </a:xfrm>
          <a:prstGeom prst="rect">
            <a:avLst/>
          </a:prstGeom>
          <a:solidFill>
            <a:srgbClr val="1A5C2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64208"/>
            <a:ext cx="548640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64208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85232" y="1664208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85232" y="24140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926080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926080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92608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77824" y="29260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Attention Grammar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26080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92608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85232" y="29260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AI Governance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Quiz Round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31E5C"/>
          </a:solidFill>
          <a:ln w="12700">
            <a:solidFill>
              <a:srgbClr val="131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•  QUESTION 2 OF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a KEY advantage of Quasar over a public LLM like ChatGPT?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56032" y="1664208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664208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64208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77824" y="1664208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free to use for everyone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664208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64208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64208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85232" y="1664208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only on mobile devices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" y="2926080"/>
            <a:ext cx="4160520" cy="1115568"/>
          </a:xfrm>
          <a:prstGeom prst="rect">
            <a:avLst/>
          </a:prstGeom>
          <a:solidFill>
            <a:srgbClr val="1A5C2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926080"/>
            <a:ext cx="548640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92608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7824" y="29260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all BFS data private &amp; is fine-tuned for finance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" y="36758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26080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92608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85232" y="29260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require any training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Quiz Round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31E5C"/>
          </a:solidFill>
          <a:ln w="12700">
            <a:solidFill>
              <a:srgbClr val="131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•  QUESTION 3 OF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 process is BEST suited for an AI automation using Quasar?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664208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664208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64208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77824" y="1664208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alarm clocks for the CEO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63440" y="1664208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64208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64208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85232" y="1664208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physical vault doors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56032" y="2926080"/>
            <a:ext cx="4160520" cy="1115568"/>
          </a:xfrm>
          <a:prstGeom prst="rect">
            <a:avLst/>
          </a:prstGeom>
          <a:solidFill>
            <a:srgbClr val="1A2A6C"/>
          </a:solidFill>
          <a:ln w="12700">
            <a:solidFill>
              <a:srgbClr val="2B4A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926080"/>
            <a:ext cx="548640" cy="11155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92608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7824" y="29260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office supplies manually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160520" cy="1115568"/>
          </a:xfrm>
          <a:prstGeom prst="rect">
            <a:avLst/>
          </a:prstGeom>
          <a:solidFill>
            <a:srgbClr val="1A5C2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548640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26080"/>
            <a:ext cx="548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85232" y="29260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document review &amp; classification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285232" y="36758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&amp; Open Use Case Discussion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floor, your ideas — let's co-create the future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F5C"/>
          </a:solidFill>
          <a:ln w="12700">
            <a:solidFill>
              <a:srgbClr val="0D1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• Interactive Floor Connect • Hyderabad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hear from YOU! 🎙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841248"/>
          </a:xfrm>
          <a:prstGeom prst="rect">
            <a:avLst/>
          </a:prstGeom>
          <a:solidFill>
            <a:srgbClr val="1A3898"/>
          </a:solidFill>
          <a:ln w="12700">
            <a:solidFill>
              <a:srgbClr val="1A38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19072"/>
            <a:ext cx="64008" cy="8412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19072"/>
            <a:ext cx="8119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What AI use case in YOUR team would save the most time?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8412480" cy="841248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06624"/>
            <a:ext cx="64008" cy="8412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06624"/>
            <a:ext cx="8119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What risks worry you most about AI adoption in BFS?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694176"/>
            <a:ext cx="8412480" cy="841248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94176"/>
            <a:ext cx="64008" cy="8412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694176"/>
            <a:ext cx="8119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If Quasar could do ONE thing tomorrow, what would you want?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ideas will be captured and reviewed by the AI Council for potential pilots.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A3080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forward to seeing you there! 🙌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" y="1965960"/>
            <a:ext cx="2743200" cy="1298448"/>
          </a:xfrm>
          <a:prstGeom prst="rect">
            <a:avLst/>
          </a:prstGeom>
          <a:solidFill>
            <a:srgbClr val="1E3490"/>
          </a:solidFill>
          <a:ln w="12700">
            <a:solidFill>
              <a:srgbClr val="2B47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" y="2670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9272" y="1965960"/>
            <a:ext cx="2743200" cy="1298448"/>
          </a:xfrm>
          <a:prstGeom prst="rect">
            <a:avLst/>
          </a:prstGeom>
          <a:solidFill>
            <a:srgbClr val="1E3490"/>
          </a:solidFill>
          <a:ln w="12700">
            <a:solidFill>
              <a:srgbClr val="2B47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9272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Platform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19272" y="2670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Quasar LLM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1072" y="1965960"/>
            <a:ext cx="2743200" cy="1298448"/>
          </a:xfrm>
          <a:prstGeom prst="rect">
            <a:avLst/>
          </a:prstGeom>
          <a:solidFill>
            <a:srgbClr val="1E3490"/>
          </a:solidFill>
          <a:ln w="12700">
            <a:solidFill>
              <a:srgbClr val="2B47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Ideas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91072" y="2670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7th Floor, Sapphire Meeting Room  •  Monday 13-04-2026  •  2:00 PM 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525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 •  Powered by Quasar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717</Words>
  <Application>Microsoft Office PowerPoint</Application>
  <PresentationFormat>On-screen Show (16:9)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AI Council – Interactive Floor Connect Hyderabad 2026</dc:title>
  <dc:subject>PptxGenJS Presentation</dc:subject>
  <dc:creator>PptxGenJS</dc:creator>
  <cp:lastModifiedBy>Rajasekhar Amirapu</cp:lastModifiedBy>
  <cp:revision>8</cp:revision>
  <dcterms:created xsi:type="dcterms:W3CDTF">2026-04-12T10:48:29Z</dcterms:created>
  <dcterms:modified xsi:type="dcterms:W3CDTF">2026-04-12T11:50:52Z</dcterms:modified>
</cp:coreProperties>
</file>